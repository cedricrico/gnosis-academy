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Helvetica World" charset="1" panose="020B0500040000020004"/>
      <p:regular r:id="rId11"/>
    </p:embeddedFont>
    <p:embeddedFont>
      <p:font typeface="Georgia Pro Condensed" charset="1" panose="02040506050405020303"/>
      <p:regular r:id="rId12"/>
    </p:embeddedFont>
    <p:embeddedFont>
      <p:font typeface="Helvetica World Bold" charset="1" panose="020B08000400000200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01760"/>
            <a:ext cx="6886575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4A7C5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[Your Name]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65543"/>
            <a:ext cx="9754495" cy="733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01"/>
              </a:lnSpc>
            </a:pPr>
            <a:r>
              <a:rPr lang="en-US" sz="14301" spc="-500" strike="noStrike" u="none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Climate Change: A Simple Lesson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0B8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13F2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E6F0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4A7C59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What is Climate Change?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A0B88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Long-term shifts in temperatures and weather patterns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59641"/>
              <a:ext cx="13512134" cy="1715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213F2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Climate change refers to significant changes in global temperatures and weather patterns over time, primarily driven by human activities that increase greenhouse gases in the atmosphere.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037580"/>
            <a:ext cx="6886575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4A7C5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Burning fossil fuels releases large amounts of greenhouse gases.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4A7C5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Deforestation contributes to carbon emissions and habitat loss.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4A7C5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Industrial pollution adversely affects air and water quality.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4A7C5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Agriculture generates significant emissions from livestock and practices.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581025"/>
            <a:ext cx="68865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What Causes Climate Change?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6F0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Effects of Climate Change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07275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4A7C5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Rising temperatures lead to significant </a:t>
            </a:r>
            <a:r>
              <a:rPr lang="en-US" b="true" sz="2499" spc="-37" strike="noStrike" u="none">
                <a:solidFill>
                  <a:srgbClr val="4A7C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environmental changes</a:t>
            </a:r>
            <a:r>
              <a:rPr lang="en-US" sz="2499" spc="-37" strike="noStrike" u="none">
                <a:solidFill>
                  <a:srgbClr val="4A7C5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including the melting of glaciers, increased sea levels, and a higher frequency of extreme weather events that disrupt ecosystems and communities globally.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13880"/>
            <a:ext cx="68865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4A7C5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Reduce energy use by turning off lights when leaving.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4A7C5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renewable energy sources like solar or wind power.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4A7C5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Plant trees to improve air quality and support environments.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581025"/>
            <a:ext cx="68865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Simple Actions We Can Take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Climate Change: A Simple Lesson</dc:description>
  <dc:identifier>DAHEv2mNpzo</dc:identifier>
  <dcterms:modified xsi:type="dcterms:W3CDTF">2011-08-01T06:04:30Z</dcterms:modified>
  <cp:revision>1</cp:revision>
  <dc:title>Presentation - Climate Change: A Simple Lesson</dc:title>
</cp:coreProperties>
</file>